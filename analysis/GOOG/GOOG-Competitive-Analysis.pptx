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Times New Roman"/>
              </a:rPr>
              <a:t>NASDAQ: GOOG / GOOGL — Investment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Alphabet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 i="0">
                <a:solidFill>
                  <a:srgbClr val="4285F4"/>
                </a:solidFill>
                <a:latin typeface="Times New Roman"/>
              </a:rPr>
              <a:t>Competitive Landscape, Comps &amp; DCF 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  <a:latin typeface="Times New Roman"/>
              </a:rPr>
              <a:t>As of June 3,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Mega-cap cohort: META · MSFT · AMZN · NFLX  +  TTD, RDDT (ads-pure memo)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Built with deep-research + competitive-analysis + comps-analysis + 3-statement-model + dcf-model skills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Companion: GOOG-Comps-Analysis.xlsx · GOOG-Model.xlsx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Cheap on fwd P/E (~24x), but $185B FY26 capex compresses FCF — DCF $213 vs $358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1. The franchise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3444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Alphabet Q1 CY26: revenue $109.9B (+22%), Cloud $20B (+63%), Services $89.6B (+16%). Cloud op margin reaccelerated to 32.9% (from 17.8% YoY). Cloud backlog $460B (~2x QoQ). $4.35T market cap on ~$425B TTM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78024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2. The capex shock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478024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Capex ramps from $92B (FY25) to $180-190B (FY26 guide) — a ~$95B step. Q1 actual was $22.4B (back-end loaded). Combined with ~$85B June equity raise (incl. Berkshire private placement), this is a structural posture shift from self-funding capital return.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21608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3. The DCF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721608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Base case ($213/share, -40% vs $358) is heavy because Year-1 unlevered FCF compresses to ~$4B as capex outruns D&amp;A; FCF normalizes to $200B+ by FY30. Even the bull corner (WACC 8.0% / g 4.0%) only reaches $334. The market is pricing aggressive Cloud margin + capex payback.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65192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4. The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965192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GOOG screens cheap on fwd P/E (24x — cheapest mega-cap ex-META) but expensive on intrinsic given the capex cycle and equity raise. Patient long — wait for capex peak signal. DOJ remedies (no Chrome) is a relief; Apple TAC remains the live P&amp;L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Alphabet Q1 CY26 8-K/IR; GOOG-Model.xlsx (validated DCF); company press releases (June 2026 equity raise FWP). Research, not investment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The question this analysis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0" i="1">
                <a:solidFill>
                  <a:srgbClr val="17365D"/>
                </a:solidFill>
                <a:latin typeface="Times New Roman"/>
              </a:rPr>
              <a:t>"Alphabet has the best AI infrastructure franchise (TPU, Cloud +63%) and trades at the cheapest mega-cap forward P/E (~24x), but is committing ~$185B of FY26 capex and raising ~$85B of equity. What is the intrinsic value through the cycle, and is $358 a reasonable entry?"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Times New Roman"/>
              </a:rPr>
              <a:t>We test that across five lenses: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(1) Market — Cloud demand, AI capex sustainability, ads resilience.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61104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(2) Competitive — vs MSFT/Azure, AMZN/AWS, META on ads, AI infra winners.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8172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(3) Financial (comps) — how cheap is GOOG vs the mega-cap median?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0235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(4) Intrinsic (DCF) — what is fair value through the capex cycle?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22976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(5) Decision — bull/base/bear and the cleanest expression.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The defining number for FY26-27: capex doubles — funding via equity, not just cash</a:t>
            </a:r>
          </a:p>
        </p:txBody>
      </p:sp>
      <p:pic>
        <p:nvPicPr>
          <p:cNvPr id="4" name="Picture 3" descr="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680960" cy="38807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2801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this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65760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FY25 capex ~$92B (already 6x 2022). FY26 guide $180-190B — a ~$95B step.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Q1 CY26 only $22.4B — implies $50B+/qtr in H2 to hit the guide range.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~$85B June 2026 equity raise (Berkshire pp + ATM + common) funds this — first major issuance in years.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My base assumes capex tapers from FY28 ($180B) to FY30 ($150B). Reasonable but a real risk if Cloud demand exceeds capacity.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D&amp;A lag means FCF crushed in FY26, normalizing by FY28.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Alphabet 10-Ks FY23-25; Q1 CY26 8-K; June 2026 FWP (Berkshire pp); CNBC.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Three businesses: Services (~$343B cash cow), Cloud (re-accel to +63%), Other Bets (Waymo)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280160"/>
                <a:gridCol w="1828800"/>
                <a:gridCol w="1371600"/>
                <a:gridCol w="2926080"/>
              </a:tblGrid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Segment (FY25)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Revenue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YoY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Op income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Op margin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Q1 26 trend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Google Services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$342.7B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~+12%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~$154B (45%)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~45%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+16% YoY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  of which Search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~$220B [E]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~+13%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Resilient w/ AI Overviews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  of which YouTube Ads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~$36B [E]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+15-18%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Ad reaccel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Google Cloud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$58.7B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+36%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$13.9B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24%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+63% rev / 32.9%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Other Bets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$1.5B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~flat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($7.5B)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(488%)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Waymo $16B raise @ $126B val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Total Alphabet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$402.8B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+15%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~$129B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~32%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Q1: $109.9B (+22%)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Services is the cash engine (~45% op margin), and the AI Overviews integration is preserving Search query share.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Cloud is the marginal growth story — margin expansion from 5% (FY23) to 24% (FY25) to 32.9% (Q1 26) is the leverage that justifies the capex.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Other Bets is a long-dated option — Waymo $16B raise in Feb 2026 at ~$126B implied valuation marks the position.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Anthropic + Broadcom 3.5GW TPU deal (April 2026) extends GOOG's third-party AI accelerator franchise — a Cloud-backlog anchor.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Alphabet 10-K FY25; Q1 CY26 8-K segment disclosures; February 2026 Waymo funding round (TSG / press); April 2026 Anthropic-Google-Broadcom announcement.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Alphabet profile — Q1 CY26 prints + balance-sheet restructuring underway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3931920"/>
              </a:tblGrid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Note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Q1 CY26 revenue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$109.9B (+22%)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Beat consensus; +19% cc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Cloud Q1 26 revenue /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$20.0B / 32.9%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Margin up from 17.8% YoY (huge)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Cloud backlog (Q1 26)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$460B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~2x QoQ; ~50% recognized in 24 mo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Q1 CY26 net income / EPS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$62.6B / $5.11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+81% YoY (incl. Anthropic gains)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Q1 capex / annual guide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$22.4B / $180-190B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Back-end loaded ramp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June 2026 equity raise (announced)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~$84.75B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Berkshire pp + $40B ATM + $40B common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Net cash (Q1 26)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~$80B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Cash+sec $126.8B – LT debt $46.5B (after Q1 $31B senior notes)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FY25 buybacks / div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$45.7B / ~$10B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Buybacks down from ~$62B FY24 as capex absorbs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 / share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~$4.35T / ~$358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12.12B diluted shares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Fwd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~32x / ~24x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Cheapest mega-cap fwd P/E ex-META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Alphabet Q1 CY26 8-K/IR; FWP for June 2026 equity raise; StockAnalysis market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Cloud + ads landscape — GOOG is the #3 cloud catching #2, and the AI infra premium is real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2743200"/>
                <a:gridCol w="2743200"/>
              </a:tblGrid>
              <a:tr h="4702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Dimension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Alphabet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Microsoft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Amazon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Cloud revenue Q1 26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$20.0B (+63%)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Azure +40% (within IC $34.7B)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AWS $37.6B (+28%)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Cloud op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32.9% (Q1 26)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39.7% (IC segment)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37.7% (AWS)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Cloud backlog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$460B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~$298B (RPO; Q3 FY26)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~$200B+ [E]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AI angle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TPU + Anthropic 3.5GW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OpenAI 27% stake + Azure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Bedrock + Anthropic $8B deal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FY26 capex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$180-190B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~$190B (calendar)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~$200B+ (Q1 alone $44B)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AI revenue run-rate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Cloud + Search AI surfaces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$37B AI ARR (+123%)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Bedrock + ads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All three are racing to spend ~$200B+/yr on AI infra; the differentiator is monetization economics on each $ of capex.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Google's TPU + Anthropic relationship is the cleanest case for owning the inference workload at lower unit cost than NVDA GPUs.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Microsoft has the OpenAI moat (and a $228B implied stake). Amazon has scale + cash. Alphabet has cost (TPU) + breadth (Search + YouTube + Cloud).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MSFT Q3 FY26 IR; AMZN Q1 CY26 IR; Alphabet Q1 CY26 IR; SemiAnalysis (TPU v7 Ironwood).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Alphabet moat — Search distribution + TPU cost + YouTube data + Anthropic anchor + Waymo option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138160"/>
              </a:tblGrid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Detail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Search distribution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~90% global query share; AI Overviews preserving query stream; Chrome 60%+ browser share — DOJ DID NOT order divestiture (Sept 2025 ruling)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TPU + Anthropic anchor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Ironwood TPU v7 shipping 2026; Anthropic 3.5GW commit (April 2026); ~1M TPU chips to Anthropic — third-party validation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YouTube + first-party data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~2B+ users; richest video + interest graph; ad business +15-18%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Cloud backlog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$460B (~2x QoQ); RPO recognized over 24 mo provides revenue visibility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Waymo (option value)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$16B Feb 2026 raise at ~$126B implied valuation; Alphabet's majority owner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Cash + debt access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Pre-raise net cash ~$80B + investment-grade credit + capacity to raise (proven June 2026)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GDM / Gemini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Frontier AI model (Pro 1.5+); Search integration; consumer Gemini subs growing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Alphabet IR; DOJ remedies ruling (Sept 2025, Hughes Hubbard summary); Waymo funding round (Feb 2026); Anthropic-Broadcom-Google deal (April 2026).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Peer set — mega-cap cohort for the platform comparison; ads-pure for the Search/YouTube lens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64592" cy="20116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Mega-cap cohort (main stat 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Meta (META) — cheapest fwd P/E (~18x); Reality Labs $4B/qtr drag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Microsoft (MSFT) — Azure + OpenAI moat; ~$190B FY26 capex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Amazon (AMZN) — AWS reaccel +28%; ads $70B+ TTM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Netflix (NFLX) — streaming premium ~26x P/E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40"/>
            <a:ext cx="164592" cy="20116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285F4"/>
                </a:solidFill>
                <a:latin typeface="Times New Roman"/>
              </a:rPr>
              <a:t>Ads-pure memo set (Search/YouTube reference)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The Trade Desk (TTD) — programmatic; decelerating (+12%)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Reddit (RDDT) — hyper-growth ad surface (+69%); data-licensing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Stats over the 4 mega-cap peers; TTD + RDDT are memo (you don't median them into a mega-cap set).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Positioning: META has the smallest scale + fastest growth; GOOG and AMZN cluster</a:t>
            </a:r>
          </a:p>
        </p:txBody>
      </p:sp>
      <p:pic>
        <p:nvPicPr>
          <p:cNvPr id="4" name="Picture 3" descr="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046720" cy="50592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this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78308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META is unusual: smaller revenue base (~$223B) but fastest growth (+33%); justifies its lower fwd P/E being a buying opportunity if the AI ads thesis works.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MSFT and AMZN are the scale benchmarks (~$300-700B revenue) at +17-18% growth.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GOOG sits between — $425B at +22% — a sweet spot on scale × growth.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NFLX is a smaller premium streaming play; RDDT is the hyper-growth outlier (+69%).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Bubble = market cap. Source: GOOG-Comps-Analysis.xlsx.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Peer deep dive: Meta — cheapest mega-cap on fwd P/E (~18x); Reality Labs the structural drag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669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~$1.55T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~$223B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Q1 26 growth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+33% YoY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Gross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~82%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EBITDA /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~$110B / ~51%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net income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~$71B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Fwd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~22x / ~18x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EV/EBITDA / EV/Rev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~12x / ~7x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Reality Labs (Q1 26)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Loss $4.03B on $402M rev (cumulative &gt;$90B)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94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Assessment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Family of Apps (FB, IG, WhatsApp, Threads) + Reality Labs (Quest, Ray-Ban Meta, AR).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Strengths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Cheapest mega-cap fwd P/E</a:t>
                      </a:r>
                    </a:p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Family of Apps op margin &gt;40%</a:t>
                      </a:r>
                    </a:p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Llama open-source moat</a:t>
                      </a:r>
                    </a:p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3.5B+ DAUs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Weaknesses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RL drag persistent</a:t>
                      </a:r>
                    </a:p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Apple ATT exposure ongoing</a:t>
                      </a:r>
                    </a:p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Capex $125-145B FY26 (raised) — margin pressure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Read-through to GOOG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META multiple compression bounded GOOG's downside on ads; META's AI-spend mix more focused on inference (similar to GOOG's TPU bet)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Meta Q1 CY26 8-K; multiples.vc; StockAnalysis. RL: 10-Q.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Peer deep dives: Microsoft (the cloud benchmark) + Amazon (the FCF whale)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669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</a:tblGrid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Microsoft (MSFT)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 / TTM rev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~$4.72T / ~$318B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Fiscal Q3 FY26 growth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+18% YoY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Azure growth / Intelligent Cloud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+40% / 39.7%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AI ARR / Copilot seats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$37B (+123%) / &gt;20M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Fwd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~26x / ~23x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OpenAI stake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~27% at ~$228B (vs $13B invested = ~17x MoIC)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FY26 capex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~$190B (calendar)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The benchmark for cloud + AI. Owns the OpenAI relationship economics.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94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08960"/>
              </a:tblGrid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Amazon (AMZN)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 / TTM rev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~$2.7T / ~$743B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AWS Q1 26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$37.6B (+28%) — fastest in 15Q; $14.2B op income (37.7%)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NA retail / Intl op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9.0% / 3.6%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Ads Q1 26 / TTM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$17.2B (+24%) / $70B+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Fwd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~30x / ~28x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FY25 net debt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~$66B (incl. lease)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Q1 capex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$44B (annualized ~$175B+)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AWS reaccel is the standout; retail margin lifting. Highest fwd P/E in the cohort.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MSFT Q3 FY26 IR; AMZN Q1 CY26 IR; Bloomberg (OpenAI stake May 2026).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Comparative scoreboard — GOOG leads on Cloud growth + multiple value; trails on near-term FCF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  <a:gridCol w="1828800"/>
              </a:tblGrid>
              <a:tr h="6172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Dimension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GOOG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META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MSFT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AMZN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NFLX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Revenue scale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$425B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$223B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$318B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●●● $743B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$47B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Growth (MRQ)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+22%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●●● +33%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+18%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+17%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+16%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Cloud growth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●●● +63%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○○○ n/a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Azure +40%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AWS +28%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○○○ n/a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AI infra moat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●●● TPU + Anthropic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Llama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●●● OpenAI 27%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Bedrock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○○○ limited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FCF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compressed FY26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~25%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~32%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~10%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●●● ~25%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Balance sheet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●●● net cash $80B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●●● net cash $40B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slight cash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net debt $66B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net debt $4B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Value (fwd P/E)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~24x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●●● ~18x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●●○ ~23x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~30x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●○○ ~26x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● = stronger; ○ = weaker. Higher fwd P/E = weaker value score. Source: GOOG-Comps-Analysis.xlsx.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Valuation I — DCF $213 vs $358; comps $260-380; only the bull case touches the price</a:t>
            </a:r>
          </a:p>
        </p:txBody>
      </p:sp>
      <p:pic>
        <p:nvPicPr>
          <p:cNvPr id="4" name="Picture 3" descr="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680960" cy="37647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2801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this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65760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DCF base ($213) sits well below $358; full grid $167-334.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Bull DCF (Cloud margin &gt;36%, faster capex taper) reaches ~$320-450 — overlaps the current price.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Comps (mega-cap median fwd P/E ~23x × FY27 EPS ~$13) imply ~$300-380.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Conclusion: $358 is priced for the bull capex-payback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Source: GOOG-Model.xlsx (DCF); GOOG-Comps-Analysis.xlsx (multiples).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Valuation II — base DCF $213; sensitivity grid $167-334; only bull WACC/g exceeds price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120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DCF bridge (base)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$M / $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PV of explicit FCF (FY26-30)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343,877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PV of terminal value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2,162,879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Enterprise value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2,506,757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(+) Net cash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80,300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Equity value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2,587,057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÷ Diluted shares (M)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12,120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Implied value / share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$213.45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Current price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$357.73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Upside / (downside)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(40.3%)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0" y="1280160"/>
            <a:ext cx="5852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7365D"/>
                </a:solidFill>
                <a:latin typeface="Times New Roman"/>
              </a:rPr>
              <a:t>Sensitivity — implied $/share (WACC × g)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0" y="1691640"/>
          <a:ext cx="5897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68680"/>
                <a:gridCol w="868680"/>
                <a:gridCol w="868680"/>
                <a:gridCol w="868680"/>
                <a:gridCol w="868680"/>
              </a:tblGrid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WACC ↓ / g →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2.0%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2.5%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3.0%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3.5%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4.0%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8.0%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231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250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272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300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334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8.5%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211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227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245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267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294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9.0% (base)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195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223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241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263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9.5%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180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191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204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219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237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10.0%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167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177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188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201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4754880"/>
            <a:ext cx="594360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TV is ~86% of EV — extremely WACC/g-sensitive (Cloud growth + capex cycle).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FY26 unlevered FCF compresses to ~$4B as capex outruns D&amp;A; normalizes to $200B+ by FY30.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Bull (Cloud margin &gt;36%, faster taper) overlays cleanly with ~$320-450 range.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Source: GOOG-Model.xlsx (validated, 0 formula errors, 267 formulas).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Bull / base / bear — anchored to Cloud margin trajectory and capex efficiency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5120640"/>
                <a:gridCol w="4114800"/>
              </a:tblGrid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Prob.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Key drivers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DCF value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Bull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30%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Cloud margin &gt;36% by FY28; capex tapers FY27; Waymo achieves commercial monetization; DOJ remedies have no economic impact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~$320-450 — overlaps the current $358 price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Base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45%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Cloud margin 30%→36% by FY30; capex stays elevated through FY28; Apple TAC modestly impaired; equity raise dilutive but not repeated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~$213 (~40% below)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Bear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25%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Cloud margin plateaus at 32%; capex stays at $200B+ as Anthropic + sovereign deals demand more; Apple TAC eliminated; DOJ remedies bite Search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~$167-188 (~50% below)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Signposts that move the weighting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1) Q2/Q3 CY26 capex run-rate vs the $180-190B guide  2) Cloud op margin trajectory  3) DOJ appeals / Apple default-payment economics  4) Waymo IPO / direct monetization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Probabilities are author's judgment. Bull DCF requires both capex and margin assumptions to swing favorably.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Decision frame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Four ways to express a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64592" cy="8686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Patient long — wait for the capex peak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Best franchise of the mega-caps but at $358 you're paying for successful payback. Buy on Q2/Q3 capex disappointments or any Cloud growth deceleration scare.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87168"/>
            <a:ext cx="164592" cy="8686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Times New Roman"/>
              </a:rPr>
              <a:t>Relative-value pair: long GOOG / short AMZN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Same AI infra exposure; GOOG cheaper on fwd P/E (24x vs 30x) with stronger Cloud growth (+63% vs +28%); cleaner geopolitical / antitrust profile post-Sept 2025 ruling.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19856"/>
            <a:ext cx="164592" cy="868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19856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  <a:latin typeface="Times New Roman"/>
              </a:rPr>
              <a:t>Theme play: long META (highest growth, cheapest P/E)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6732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If you want mega-cap AI capex theme with most multiple expansion potential, META at ~18x fwd P/E + 33% growth is the best risk-reward.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52544"/>
            <a:ext cx="164592" cy="86868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5254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BFBFBF"/>
                </a:solidFill>
                <a:latin typeface="Times New Roman"/>
              </a:rPr>
              <a:t>Trim / avoid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0016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If you believe capex doesn't pay back fast enough OR DOJ remedies bite, current price already discounts the bull case.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7365D"/>
                </a:solidFill>
                <a:latin typeface="Times New Roman"/>
              </a:rPr>
              <a:t>Sources &amp; caveats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404040"/>
                </a:solidFill>
                <a:latin typeface="Times New Roman"/>
              </a:rPr>
              <a:t>Alphabet Q1 CY26 8-K/IR; FY23-25 10-Ks; June 2026 equity raise FWP (Berkshire pp); peer 10-Q/IR; CNBC/Bloomberg/Reuters for DOJ + Waymo + Anthropic deal.</a:t>
            </a:r>
          </a:p>
          <a:p>
            <a:pPr algn="l"/>
            <a:r>
              <a:rPr sz="1000" b="0" i="1">
                <a:solidFill>
                  <a:srgbClr val="404040"/>
                </a:solidFill>
                <a:latin typeface="Times New Roman"/>
              </a:rPr>
              <a:t>MCP terminals NOT configured. [E] flags in workbooks. Other Bets revenue is residual. Research only — NOT investment advice.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Built per: deep-research + competitive-analysis + comps-analysis + 3-statement-model + dcf-model. Companions: GOOG-Model.xlsx, GOOG-Comps-Analysis.xlsx.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Primary sources &amp; data-gap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Primary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Alphabet Q1 CY26 8-K &amp; 10-Q (Apr 2026); FY25 10-K (Feb 2026); FY24 10-K; FY23 10-K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Alphabet FWP filings (June 2026 equity raise — Berkshire Hathaway private placement, ATM, common)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DOJ v. Google search remedies ruling (Sept 2025); appeals (Jan 2026 GOOG, DOJ cross-appeal)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Anthropic-Google-Broadcom 3.5GW TPU expansion (April 2026); SemiAnalysis on Ironwood TPU v7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Waymo $16B funding round (Feb 2026) at ~$126B implied valuation (TSG, press)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Peer 10-Qs / IR releases: META Q1 26, MSFT Q3 FY26, AMZN Q1 26, NFLX Q1 26, TTD Q1 26, RDDT Q1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Market data: StockAnalysis, companiesmarketcap, GuruFocus, Macrotrends, FinanceCharts (~June 1-3,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Caveats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MCP terminal connectors (CapIQ/FactSet/Daloopa) NOT configured — public sources used and [E]-flagged in workbooks.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GOOG TTM NI inflated by Anthropic-related fair-value gains; conservative GAAP basis used in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7316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DCF assumes capex peaks FY27 and tapers; if Anthropic/sovereign deals demand more, FCF normalization delayed.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02352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Other Bets revenue (~$1.5B) is largely Waymo; not broken out separately.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31536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This is research / decision-framing only — NOT investment advice.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Built per competitive-analysis + comps-analysis + 3-statement-model + dcf-model + audit-xls + ib-check-deck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